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7" d="100"/>
          <a:sy n="37" d="100"/>
        </p:scale>
        <p:origin x="848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82FD8D0-5494-42C5-A2AF-7F997F4B1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0104100" cy="11309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06DDF9B8-D714-4A18-A945-6DCDCFD92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0104100" cy="113093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0</Words>
  <Application>Microsoft Office PowerPoint</Application>
  <PresentationFormat>Personalizado</PresentationFormat>
  <Paragraphs>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4" baseType="lpstr"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JEFFERSON JOSUE VELOZ HERRERA</cp:lastModifiedBy>
  <cp:revision>1</cp:revision>
  <dcterms:created xsi:type="dcterms:W3CDTF">2026-05-27T21:49:22Z</dcterms:created>
  <dcterms:modified xsi:type="dcterms:W3CDTF">2026-05-27T21:58:26Z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2026-05-27T00:00:00Z</vt:filetime>
  </property>
  <property fmtid="{D5CDD505-2E9C-101B-9397-08002B2CF9AE}" pid="3" name="LastSaved">
    <vt:filetime>2026-05-27T00:00:00Z</vt:filetime>
  </property>
</Properties>
</file>